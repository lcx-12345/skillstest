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Trae 内置工具演示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此 pptx 由 python-pptx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演示内容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文件创建与编辑</a:t>
            </a:r>
          </a:p>
          <a:p>
            <a:r>
              <a:t>命令执行</a:t>
            </a:r>
          </a:p>
          <a:p>
            <a:r>
              <a:t>AI 图片生成</a:t>
            </a:r>
          </a:p>
          <a:p>
            <a:r>
              <a:t>网页预览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