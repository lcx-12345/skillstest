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"/>
            <a:ext cx="2011680" cy="20116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971800"/>
            <a:ext cx="1828800" cy="182880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pic>
        <p:nvPicPr>
          <p:cNvPr id="4" name="Image 0" descr="/workspace/.demo-build/assets/hero_2240x16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171575"/>
            <a:ext cx="3703320" cy="27774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2588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spc="250" kern="0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Trae 内置工具 × 文件格式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27889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spc="100" kern="0" dirty="0">
                <a:solidFill>
                  <a:srgbClr val="CADC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全量能力演示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 个内置工具 · 15 种文件格式 · 2026-10-19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5262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ADCFC">
                    <a:alpha val="7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office-plugin:pptx 技能（pptxgenjs）生成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目录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447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44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支持的文件格式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7922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文本与代码 / Office / 图片 / 网页幻灯片 / 归档 / 云端文档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3774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内置工具全景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79806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 个工具，按九大类全覆盖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4564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383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演示产出与结语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8039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输出目录 /workspace/demo-output/ 与预览方式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1463040"/>
            <a:ext cx="292608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783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26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个内置工具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2971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15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94360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种文件格式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一、支持的文件格式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44168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44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9 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801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文本与代码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txt / md / csv / json / yaml / xml / svg / html / py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344168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344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 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1801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Office 文档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12140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docx / xlsx / pptx / pdf（office-plugin 技能）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344168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344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 类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1801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12140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jpg / png · GenerateImage 工具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44368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443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Deck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34015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网页幻灯片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72160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html-deck 技能 · 动画放映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0" y="28346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944368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29443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ZIP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474720" y="34015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归档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372160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RunCommand 终端命令打包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28346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2944368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29443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云文档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309360" y="34015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飞书云端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372160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Lark 插件 · 需授权（本次未演示）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结论：15 种本地格式全部实际生成于 /workspace/demo-output/，图片格式由生成器自动决定（本次为 jpg）。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1E276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二、内置工具全景（26 个）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98448"/>
            <a:ext cx="64008" cy="7406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文件与搜索 · 8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59105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 / Write / Edit / DeleteFile / Glob / Grep / LS / SearchCodebase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298448"/>
            <a:ext cx="64008" cy="7406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28016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终端 · 3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0" y="159105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RunCommand / CheckCommandStatus / StopCommand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298448"/>
            <a:ext cx="64008" cy="7406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28016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 · 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159105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WebSearch / WebFetch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50008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59736"/>
            <a:ext cx="64008" cy="7406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44144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 · 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275234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GenerateImage（AI 文生图）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2350008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2459736"/>
            <a:ext cx="64008" cy="7406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44144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子智能体 · 3 类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74720" y="275234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search / general_purpose_task / browser_use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2350008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459736"/>
            <a:ext cx="64008" cy="7406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44144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规划交互 · 5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9360" y="275234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TodoWrite / AskUserQuestion / NotifyUser / OpenPreview / 等待用户交互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511296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621024"/>
            <a:ext cx="64008" cy="7406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02736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目标管理 · 3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391363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get_goal / create_goal / update_goal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3511296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3621024"/>
            <a:ext cx="64008" cy="7406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3602736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定时任务 · 1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474720" y="391363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Schedule（cron 定时任务）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3511296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3621024"/>
            <a:ext cx="64008" cy="7406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602736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技能与扩展 · 2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09360" y="391363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技能调用 / run_mcp（MCP: Exec）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覆盖文件操作、终端命令、网络检索、多模态生成、子智能体调度与状态管理的完整闭环。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828800" cy="18288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040880" y="3063240"/>
            <a:ext cx="1828800" cy="182880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23444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spc="250" kern="0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谢谢观看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CADC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26 工具 × 15 格式 · 一次演示全部跑通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2926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产出目录：/workspace/demo-output/ ｜ HTML 预览：demo.html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4480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>
                    <a:alpha val="7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 office-plugin:pptx 技能（pptxgenjs）生成 · 2026-10-19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2026-10-19T13:58:00Z</dcterms:created>
  <dcterms:modified xsi:type="dcterms:W3CDTF">2026-10-19T13:58:00Z</dcterms:modified>
</cp:coreProperties>
</file>